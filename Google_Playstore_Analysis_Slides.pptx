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Maven Pro" panose="020B0604020202020204" charset="0"/>
      <p:regular r:id="rId19"/>
      <p:bold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2beff7f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2beff7f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2beff7f34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2beff7f34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2beff7f34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2beff7f34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72beff7f3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72beff7f3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e214bfda1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e214bfda1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2beff7f3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2beff7f3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2beff7f34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2beff7f34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72beff7f34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72beff7f34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72beff7f34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72beff7f34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72beff7f3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72beff7f3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e214bfda1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e214bfda1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72beff7f34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72beff7f34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e214bfda1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e214bfda1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72beff7f34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72beff7f34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72beff7f34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72beff7f34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529750" y="9612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of Google Playstore Apps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body" idx="1"/>
          </p:nvPr>
        </p:nvSpPr>
        <p:spPr>
          <a:xfrm>
            <a:off x="1154700" y="1584100"/>
            <a:ext cx="3417300" cy="32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1048573 rows and 21 variables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App Name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Category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Subcategory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Rating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Rating Count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Average Installs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Minimum Installs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Maximum Installs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Free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Price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Currency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2400"/>
              </a:spcBef>
              <a:spcAft>
                <a:spcPts val="2400"/>
              </a:spcAft>
              <a:buNone/>
            </a:pPr>
            <a:endParaRPr sz="1200"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 txBox="1">
            <a:spLocks noGrp="1"/>
          </p:cNvSpPr>
          <p:nvPr>
            <p:ph type="title"/>
          </p:nvPr>
        </p:nvSpPr>
        <p:spPr>
          <a:xfrm>
            <a:off x="1374400" y="598550"/>
            <a:ext cx="7030500" cy="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</a:t>
            </a:r>
            <a:endParaRPr/>
          </a:p>
        </p:txBody>
      </p:sp>
      <p:sp>
        <p:nvSpPr>
          <p:cNvPr id="285" name="Google Shape;285;p14"/>
          <p:cNvSpPr txBox="1">
            <a:spLocks noGrp="1"/>
          </p:cNvSpPr>
          <p:nvPr>
            <p:ph type="body" idx="1"/>
          </p:nvPr>
        </p:nvSpPr>
        <p:spPr>
          <a:xfrm>
            <a:off x="5199500" y="1584100"/>
            <a:ext cx="2998500" cy="23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Size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Minimum Android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Released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Last Updated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Content Rating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Ad Supported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In app purchases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Editor’s Choice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Size_In_MB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3C4043"/>
                </a:solidFill>
                <a:highlight>
                  <a:srgbClr val="F8F9FA"/>
                </a:highlight>
                <a:latin typeface="Arial"/>
                <a:ea typeface="Arial"/>
                <a:cs typeface="Arial"/>
                <a:sym typeface="Arial"/>
              </a:rPr>
              <a:t>Installs</a:t>
            </a: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2400"/>
              </a:spcBef>
              <a:spcAft>
                <a:spcPts val="2400"/>
              </a:spcAft>
              <a:buNone/>
            </a:pPr>
            <a:endParaRPr>
              <a:solidFill>
                <a:srgbClr val="3C4043"/>
              </a:solidFill>
              <a:highlight>
                <a:srgbClr val="F8F9F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25" y="192875"/>
            <a:ext cx="3177826" cy="226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6575" y="2650800"/>
            <a:ext cx="3177825" cy="252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4101" y="192875"/>
            <a:ext cx="3444301" cy="245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700" y="590175"/>
            <a:ext cx="6879174" cy="468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282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641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25" y="761388"/>
            <a:ext cx="3854376" cy="362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844" y="784875"/>
            <a:ext cx="4157306" cy="357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742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520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83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325" y="481650"/>
            <a:ext cx="6996497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1128025" y="110525"/>
            <a:ext cx="62208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Average Installs by Category &amp; Subcategory</a:t>
            </a:r>
            <a:endParaRPr sz="1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1225"/>
            <a:ext cx="8839204" cy="4601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75" y="93600"/>
            <a:ext cx="678050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6" cy="4623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75" y="152400"/>
            <a:ext cx="7960245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62" y="152400"/>
            <a:ext cx="846167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"/>
          <p:cNvSpPr txBox="1">
            <a:spLocks noGrp="1"/>
          </p:cNvSpPr>
          <p:nvPr>
            <p:ph type="title"/>
          </p:nvPr>
        </p:nvSpPr>
        <p:spPr>
          <a:xfrm>
            <a:off x="1388550" y="1196050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On-screen Show (16:9)</PresentationFormat>
  <Paragraphs>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Nunito</vt:lpstr>
      <vt:lpstr>Arial</vt:lpstr>
      <vt:lpstr>Maven Pro</vt:lpstr>
      <vt:lpstr>Momentum</vt:lpstr>
      <vt:lpstr>Analysis of Google Playstore Apps</vt:lpstr>
      <vt:lpstr>Data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Raga Mounika Darimireddy</dc:creator>
  <cp:lastModifiedBy>Sai Raga Mounika Darimireddy</cp:lastModifiedBy>
  <cp:revision>1</cp:revision>
  <dcterms:modified xsi:type="dcterms:W3CDTF">2025-11-03T20:11:45Z</dcterms:modified>
</cp:coreProperties>
</file>